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</a:defRPr>
            </a:pPr>
            <a:r>
              <a:t>Problem and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06E"/>
                </a:solidFill>
              </a:defRPr>
            </a:pPr>
            <a:r>
              <a:t>Context-aware bass stem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4924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54480"/>
            <a:ext cx="494690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938528"/>
            <a:ext cx="4946903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Input: mixture without bass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Condition: target instrument = bass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Output: generated bass 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07492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1554480"/>
            <a:ext cx="46725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Why this is hard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938528"/>
            <a:ext cx="4672583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Audio must sound plausible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Bass must match rhythm, harmony, and structure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Limited compute: small faithful reproduction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5A"/>
                </a:solidFill>
              </a:defRPr>
            </a:pPr>
            <a:r>
              <a:t>Research question: can a small audio-token masked model reproduce the core StemGen idea?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50"/>
          </a:solidFill>
          <a:ln>
            <a:solidFill>
              <a:srgbClr val="14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StemGen reproduction | audio-token bass stem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</a:defRPr>
            </a:pPr>
            <a:r>
              <a:t>Scaled-Down StemGen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41732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64208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D50"/>
                </a:solidFill>
              </a:defRPr>
            </a:pPr>
            <a:r>
              <a:t>Context audio</a:t>
            </a:r>
          </a:p>
          <a:p>
            <a:pPr algn="ctr">
              <a:defRPr sz="1150">
                <a:solidFill>
                  <a:srgbClr val="55606E"/>
                </a:solidFill>
              </a:defRPr>
            </a:pPr>
            <a:r>
              <a:t>mixture - bass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62072" y="1755648"/>
            <a:ext cx="502920" cy="384048"/>
          </a:xfrm>
          <a:prstGeom prst="rightArrow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64208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D50"/>
                </a:solidFill>
              </a:defRPr>
            </a:pPr>
            <a:r>
              <a:t>EnCodec tokens</a:t>
            </a:r>
          </a:p>
          <a:p>
            <a:pPr algn="ctr">
              <a:defRPr sz="1150">
                <a:solidFill>
                  <a:srgbClr val="55606E"/>
                </a:solidFill>
              </a:defRPr>
            </a:pPr>
            <a:r>
              <a:t>24 kHz, 2 RVQ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96712" y="1755648"/>
            <a:ext cx="502920" cy="384048"/>
          </a:xfrm>
          <a:prstGeom prst="rightArrow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D50"/>
                </a:solidFill>
              </a:defRPr>
            </a:pPr>
            <a:r>
              <a:t>Masked Transformer</a:t>
            </a:r>
          </a:p>
          <a:p>
            <a:pPr algn="ctr">
              <a:defRPr sz="1150">
                <a:solidFill>
                  <a:srgbClr val="55606E"/>
                </a:solidFill>
              </a:defRPr>
            </a:pPr>
            <a:r>
              <a:t>predict target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31352" y="1755648"/>
            <a:ext cx="502920" cy="384048"/>
          </a:xfrm>
          <a:prstGeom prst="rightArrow">
            <a:avLst/>
          </a:prstGeom>
          <a:solidFill>
            <a:srgbClr val="2969B0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417320"/>
            <a:ext cx="2240280" cy="1234440"/>
          </a:xfrm>
          <a:prstGeom prst="roundRect">
            <a:avLst/>
          </a:prstGeom>
          <a:solidFill>
            <a:srgbClr val="EFF5FC"/>
          </a:solidFill>
          <a:ln>
            <a:solidFill>
              <a:srgbClr val="29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664208"/>
            <a:ext cx="1965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42D50"/>
                </a:solidFill>
              </a:defRPr>
            </a:pPr>
            <a:r>
              <a:t>Decode audio</a:t>
            </a:r>
          </a:p>
          <a:p>
            <a:pPr algn="ctr">
              <a:defRPr sz="1150">
                <a:solidFill>
                  <a:srgbClr val="55606E"/>
                </a:solidFill>
              </a:defRPr>
            </a:pPr>
            <a:r>
              <a:t>iterative mask-predict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46120"/>
            <a:ext cx="530352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383279"/>
            <a:ext cx="490118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Training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767328"/>
            <a:ext cx="49011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10-second clips; target = bass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Context = mixture minus bass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Mask ratio: 50% to 100%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Multi-codebook cross-entropy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46120"/>
            <a:ext cx="51206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3383279"/>
            <a:ext cx="471830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Engineering fixes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767328"/>
            <a:ext cx="471830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Filter silent / weak-bass clips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Precompute token cache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Separate codec, partial-mask, full-mask diagnostics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50"/>
          </a:solidFill>
          <a:ln>
            <a:solidFill>
              <a:srgbClr val="14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StemGen reproduction | audio-token bass stem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</a:defRPr>
            </a:pPr>
            <a:r>
              <a:t>Results and 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606E"/>
                </a:solidFill>
              </a:defRPr>
            </a:pPr>
            <a:r>
              <a:t>Quantitative improvement plus spectrogram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840480" cy="132588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371600"/>
            <a:ext cx="34381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Best validation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755648"/>
            <a:ext cx="3438144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550 cached: loss 3.4507, acc 0.521</a:t>
            </a:r>
          </a:p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1000 stride10: loss 3.0279, acc 0.572</a:t>
            </a:r>
          </a:p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Validation loss improved by ~12.3%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3840480" cy="1417320"/>
          </a:xfrm>
          <a:prstGeom prst="roundRect">
            <a:avLst/>
          </a:prstGeom>
          <a:solidFill>
            <a:srgbClr val="EEF7F1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880360"/>
            <a:ext cx="34381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E7D5A"/>
                </a:solidFill>
              </a:defRPr>
            </a:pPr>
            <a:r>
              <a:t>Why the result is meaningful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6440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Partial-mask reconstruction follows target-like spectral blocks</a:t>
            </a:r>
          </a:p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Output is not only unstructured noise</a:t>
            </a:r>
          </a:p>
          <a:p>
            <a:pPr>
              <a:spcAft>
                <a:spcPts val="400"/>
              </a:spcAft>
              <a:defRPr sz="1250">
                <a:solidFill>
                  <a:srgbClr val="1C222D"/>
                </a:solidFill>
              </a:defRPr>
            </a:pPr>
            <a:r>
              <a:t>Full 100% mask remains the bottleneck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70832"/>
            <a:ext cx="38404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507992"/>
            <a:ext cx="343814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Evidence shown at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89204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C222D"/>
                </a:solidFill>
              </a:defRPr>
            </a:pPr>
            <a:r>
              <a:t>Full diagnostic mel-spectrogram: context, target, codec reconstruction, partial reconstructions, and full generation.</a:t>
            </a:r>
          </a:p>
        </p:txBody>
      </p:sp>
      <p:pic>
        <p:nvPicPr>
          <p:cNvPr id="13" name="Picture 12" descr="diagnostic_m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43000"/>
            <a:ext cx="3801291" cy="53218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617720" y="1143000"/>
            <a:ext cx="3801291" cy="5321808"/>
          </a:xfrm>
          <a:prstGeom prst="rect">
            <a:avLst/>
          </a:prstGeom>
          <a:noFill/>
          <a:ln w="10160">
            <a:solidFill>
              <a:srgbClr val="BEC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50"/>
          </a:solidFill>
          <a:ln>
            <a:solidFill>
              <a:srgbClr val="14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StemGen reproduction | audio-token bass stem 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50"/>
                </a:solidFill>
              </a:defRPr>
            </a:pPr>
            <a:r>
              <a:t>Findings and 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5349240" cy="4480560"/>
          </a:xfrm>
          <a:prstGeom prst="roundRect">
            <a:avLst/>
          </a:prstGeom>
          <a:solidFill>
            <a:srgbClr val="EFF5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1463039"/>
            <a:ext cx="4946903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1847088"/>
            <a:ext cx="4946903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Output is no longer pure noise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Partial-mask reconstruction shows audible and spectral structure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Larger track coverage + less overlap improved validation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257800" cy="2057400"/>
          </a:xfrm>
          <a:prstGeom prst="roundRect">
            <a:avLst/>
          </a:prstGeom>
          <a:solidFill>
            <a:srgbClr val="FCF2E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0528" y="1463039"/>
            <a:ext cx="4855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969B0"/>
                </a:solidFill>
              </a:defRPr>
            </a:pPr>
            <a:r>
              <a:t>Main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1847088"/>
            <a:ext cx="48554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Full 100% mask generation is still unstable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Model learns reconstruction better than full context-to-stem synthesis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03320"/>
            <a:ext cx="5257800" cy="2103120"/>
          </a:xfrm>
          <a:prstGeom prst="roundRect">
            <a:avLst/>
          </a:prstGeom>
          <a:solidFill>
            <a:srgbClr val="EEF7F1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3840480"/>
            <a:ext cx="4855464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2E7D5A"/>
                </a:solidFill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4224528"/>
            <a:ext cx="48554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Improve full-mask decoding and mask schedule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Add classifier-free guidance / condition dropout</a:t>
            </a:r>
          </a:p>
          <a:p>
            <a:pPr>
              <a:spcAft>
                <a:spcPts val="400"/>
              </a:spcAft>
              <a:defRPr sz="1400">
                <a:solidFill>
                  <a:srgbClr val="1C222D"/>
                </a:solidFill>
              </a:defRPr>
            </a:pPr>
            <a:r>
              <a:t>Standardize audio + spectrogram diagnostics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D50"/>
          </a:solidFill>
          <a:ln>
            <a:solidFill>
              <a:srgbClr val="142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01968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StemGen reproduction | audio-token bass stem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6019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